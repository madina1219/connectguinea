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FF6AE-1111-DE48-A27B-B3F87F227DA1}" v="7" dt="2026-05-20T13:57:24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3"/>
    <p:restoredTop sz="77740"/>
  </p:normalViewPr>
  <p:slideViewPr>
    <p:cSldViewPr snapToGrid="0" showGuides="1">
      <p:cViewPr varScale="1">
        <p:scale>
          <a:sx n="57" d="100"/>
          <a:sy n="57" d="100"/>
        </p:scale>
        <p:origin x="1296" y="48"/>
      </p:cViewPr>
      <p:guideLst>
        <p:guide orient="horz" pos="26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763FF-F858-354D-991A-DCFBA857993C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0F397-A443-E846-A699-7B56D666D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95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8877-0948-8F3B-A419-D143E50D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F0410-DB3E-BF44-FF10-E727D4B31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C3C7A-E0E2-F1BD-F5F7-966ECD7E8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566AB-9722-D566-6046-1A3A3EB21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0F397-A443-E846-A699-7B56D666D00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28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1DF1-1FCA-0199-882D-6A1513A8E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712E9-0A3D-8C22-080D-2D7EE87AD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A059B-49A4-8895-378E-8581E704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626F2-83E9-6DF7-4827-2EDB54F6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C7D9-4CFB-B453-5E5B-99334CB1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9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E9F5-5B16-63A3-BB62-5BB5A272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EC3F8-AA9E-A7BF-B0DB-B3B205B10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B185C-01BE-2E11-8931-E5F0237C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DD9E-A050-D068-EB17-52051EC1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B14C0-CD38-1DFC-F87E-205B0757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1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F6E4-3B64-56EC-FBEF-F4BD536F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D3578-837E-0527-0AAE-EC509823E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FED3E-FD58-C287-FD85-67598569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3C7DB-C24B-BA9C-9771-F1FB3F71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A0E98-7A98-DA33-B2E9-75F939FE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8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71B5-9BA3-70F4-30C7-B54FE2B9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DD30-9990-63DB-21D7-FD975B742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64277-4CBF-9B8B-56D0-31738D3D3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E0DA-9C57-5AFA-634B-C8680771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A02D8-2C37-D2E8-EB4A-17473BCC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52F3-0AE3-4C1B-1E3D-B6670416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60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1E7D-94E5-C233-C1B9-DF52B065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6C6A3-85B1-8A97-4DCD-405AB913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EEDBE-8688-C23E-D355-76EE1EF7A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8781C-65A7-E281-0473-F6F946EE8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8F51A-4AB2-9E37-B67A-C23601539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A53C2-BCEA-6447-5D35-AA07257A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FEDF4-C6F0-7095-DF6F-4E1B80C1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8DFEE-A675-E2DF-BE68-8669D605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88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86EF-11D8-C5BB-3B17-502C284B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EAF9D-22D3-17DE-B0F1-CD295AB7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74D8B-19AE-A95A-9974-C0D81A93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70EF5-9F67-A1DC-B0A8-4BA54893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96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C7E68-E1D4-A7E0-F5A8-0B72DB8A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90775-45A1-DC4C-3947-A738ECDE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D671B-B335-CD60-6275-0A48232A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91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4A86-8761-AEA6-99F5-BC95C453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2D311-34EE-7681-0465-6634F48FB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149BF-711B-71A7-78E8-772EBEB87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7FBD9-C6C5-654F-315E-D604F604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E0D5C-1BB3-AB13-F969-F07481F9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DAEDD-8AA0-47CC-E9D4-36B4218A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959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9ED7-A79E-18B3-58E6-63C39FA2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1FB3D-BEE5-9A70-C3AB-8EBAE4154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4EF6E-973B-BC2C-0861-7E58C2914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A2A92-4661-B18B-FA09-C9902D49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13184-CE58-92BE-6769-A5BEE44B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ADF03-0311-7145-2D20-94E3D8BC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61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4B3F-7592-B14B-D885-83CC76FC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DE439-841A-6A39-3C0B-0795E905F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CBC81-A33E-CBA4-2685-12F2496E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730A4-3BDB-FBDC-1F77-59A88624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07903-934D-9879-6029-DD5BA295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85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402F5-40ED-D2C9-B855-9535AA41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AA424-9E3B-90CB-01BD-7623F7F81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B075E-836B-8D5D-50B0-82E59034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6AB46-6490-B576-0722-AEEAF2CC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657FB-815E-CD30-63C6-08B6F7D3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92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7F173-BD81-2F0D-9327-BF3B8D9D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58AFD-C5D7-6F80-3558-8B70AE6E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E46AA-DEE4-00BF-DC1E-D7E5D847B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3F3A8-28A7-A147-93D6-620202DCC0BE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1CD0C-F621-234B-C6BC-8B8EE1091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948F-533A-26D2-AF70-825C4B970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521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C95EC-AF23-5349-650B-C27B3FCF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8C15394-CD01-D1C2-BC67-660AE496A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694" y="4472788"/>
            <a:ext cx="1879055" cy="1879055"/>
          </a:xfrm>
          <a:prstGeom prst="rect">
            <a:avLst/>
          </a:prstGeom>
        </p:spPr>
      </p:pic>
      <p:pic>
        <p:nvPicPr>
          <p:cNvPr id="6" name="Picture 5" descr="A black and red electrical device with a cable&#10;&#10;AI-generated content may be incorrect.">
            <a:extLst>
              <a:ext uri="{FF2B5EF4-FFF2-40B4-BE49-F238E27FC236}">
                <a16:creationId xmlns:a16="http://schemas.microsoft.com/office/drawing/2014/main" id="{6926F489-A384-B621-8F73-BF85E02485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"/>
          <a:stretch>
            <a:fillRect/>
          </a:stretch>
        </p:blipFill>
        <p:spPr>
          <a:xfrm rot="16200000">
            <a:off x="2876212" y="3130322"/>
            <a:ext cx="1253548" cy="1191223"/>
          </a:xfrm>
          <a:prstGeom prst="rect">
            <a:avLst/>
          </a:prstGeom>
        </p:spPr>
      </p:pic>
      <p:pic>
        <p:nvPicPr>
          <p:cNvPr id="7" name="Picture 6" descr="A blue charger with buttons and buttons&#10;&#10;AI-generated content may be incorrect.">
            <a:extLst>
              <a:ext uri="{FF2B5EF4-FFF2-40B4-BE49-F238E27FC236}">
                <a16:creationId xmlns:a16="http://schemas.microsoft.com/office/drawing/2014/main" id="{B586B30F-5FF6-2172-50C9-76EA15677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618" y="1770522"/>
            <a:ext cx="2377246" cy="212254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238F88-19FD-5342-4EBC-962B189D093C}"/>
              </a:ext>
            </a:extLst>
          </p:cNvPr>
          <p:cNvCxnSpPr>
            <a:cxnSpLocks/>
          </p:cNvCxnSpPr>
          <p:nvPr/>
        </p:nvCxnSpPr>
        <p:spPr>
          <a:xfrm>
            <a:off x="7687083" y="2357849"/>
            <a:ext cx="24033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68F6BD-EDC6-ED67-C475-50B72C972D66}"/>
              </a:ext>
            </a:extLst>
          </p:cNvPr>
          <p:cNvCxnSpPr>
            <a:cxnSpLocks/>
          </p:cNvCxnSpPr>
          <p:nvPr/>
        </p:nvCxnSpPr>
        <p:spPr>
          <a:xfrm>
            <a:off x="6537733" y="4143081"/>
            <a:ext cx="11493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0E137C-C903-8086-F783-AAF78D92E8EE}"/>
              </a:ext>
            </a:extLst>
          </p:cNvPr>
          <p:cNvCxnSpPr>
            <a:cxnSpLocks/>
          </p:cNvCxnSpPr>
          <p:nvPr/>
        </p:nvCxnSpPr>
        <p:spPr>
          <a:xfrm flipV="1">
            <a:off x="7687083" y="2345897"/>
            <a:ext cx="0" cy="17971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2989302-874D-0E4B-32A2-6E4C8964AA53}"/>
              </a:ext>
            </a:extLst>
          </p:cNvPr>
          <p:cNvCxnSpPr>
            <a:cxnSpLocks/>
          </p:cNvCxnSpPr>
          <p:nvPr/>
        </p:nvCxnSpPr>
        <p:spPr>
          <a:xfrm flipV="1">
            <a:off x="6360719" y="4261454"/>
            <a:ext cx="1438222" cy="53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7A2C75F-2512-E2E9-FC3A-DE13D09CF0BF}"/>
              </a:ext>
            </a:extLst>
          </p:cNvPr>
          <p:cNvCxnSpPr>
            <a:cxnSpLocks/>
          </p:cNvCxnSpPr>
          <p:nvPr/>
        </p:nvCxnSpPr>
        <p:spPr>
          <a:xfrm flipV="1">
            <a:off x="6360719" y="3739387"/>
            <a:ext cx="0" cy="522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2CB5CA55-EB95-33C7-E367-E14F5CE81633}"/>
              </a:ext>
            </a:extLst>
          </p:cNvPr>
          <p:cNvCxnSpPr>
            <a:cxnSpLocks/>
          </p:cNvCxnSpPr>
          <p:nvPr/>
        </p:nvCxnSpPr>
        <p:spPr>
          <a:xfrm flipH="1">
            <a:off x="7798941" y="2459764"/>
            <a:ext cx="2291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F672A0-72BA-9B24-B90E-2DA35BDFFB0C}"/>
              </a:ext>
            </a:extLst>
          </p:cNvPr>
          <p:cNvCxnSpPr>
            <a:cxnSpLocks/>
          </p:cNvCxnSpPr>
          <p:nvPr/>
        </p:nvCxnSpPr>
        <p:spPr>
          <a:xfrm flipV="1">
            <a:off x="6537733" y="3739387"/>
            <a:ext cx="0" cy="4036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11EA2E-D672-3130-C247-8C859F2B5E9B}"/>
              </a:ext>
            </a:extLst>
          </p:cNvPr>
          <p:cNvCxnSpPr>
            <a:cxnSpLocks/>
          </p:cNvCxnSpPr>
          <p:nvPr/>
        </p:nvCxnSpPr>
        <p:spPr>
          <a:xfrm flipV="1">
            <a:off x="7798941" y="2459764"/>
            <a:ext cx="0" cy="1801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2F4A91-93DE-0BC5-8A9A-996A8156226E}"/>
              </a:ext>
            </a:extLst>
          </p:cNvPr>
          <p:cNvCxnSpPr>
            <a:cxnSpLocks/>
          </p:cNvCxnSpPr>
          <p:nvPr/>
        </p:nvCxnSpPr>
        <p:spPr>
          <a:xfrm flipV="1">
            <a:off x="6168345" y="3753127"/>
            <a:ext cx="0" cy="508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0C544D-20C3-9829-A0D2-0CDAB1459F21}"/>
              </a:ext>
            </a:extLst>
          </p:cNvPr>
          <p:cNvCxnSpPr>
            <a:cxnSpLocks/>
          </p:cNvCxnSpPr>
          <p:nvPr/>
        </p:nvCxnSpPr>
        <p:spPr>
          <a:xfrm flipV="1">
            <a:off x="5960611" y="3753127"/>
            <a:ext cx="0" cy="4036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5D8225A-B251-6C34-1609-3EB26BFC4F70}"/>
              </a:ext>
            </a:extLst>
          </p:cNvPr>
          <p:cNvCxnSpPr>
            <a:cxnSpLocks/>
          </p:cNvCxnSpPr>
          <p:nvPr/>
        </p:nvCxnSpPr>
        <p:spPr>
          <a:xfrm>
            <a:off x="4663290" y="4156821"/>
            <a:ext cx="12973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19F26C-452C-E0E0-0E25-B45421877699}"/>
              </a:ext>
            </a:extLst>
          </p:cNvPr>
          <p:cNvCxnSpPr>
            <a:cxnSpLocks/>
          </p:cNvCxnSpPr>
          <p:nvPr/>
        </p:nvCxnSpPr>
        <p:spPr>
          <a:xfrm flipV="1">
            <a:off x="4663290" y="4163716"/>
            <a:ext cx="0" cy="7888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44BF307-DBB4-6A1A-E1A4-6CAEDCE4CD68}"/>
              </a:ext>
            </a:extLst>
          </p:cNvPr>
          <p:cNvCxnSpPr>
            <a:cxnSpLocks/>
          </p:cNvCxnSpPr>
          <p:nvPr/>
        </p:nvCxnSpPr>
        <p:spPr>
          <a:xfrm flipV="1">
            <a:off x="4398876" y="4946320"/>
            <a:ext cx="1123478" cy="62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6E81A9A-1EB2-98F8-D23C-1F868D3B10DD}"/>
              </a:ext>
            </a:extLst>
          </p:cNvPr>
          <p:cNvCxnSpPr>
            <a:cxnSpLocks/>
          </p:cNvCxnSpPr>
          <p:nvPr/>
        </p:nvCxnSpPr>
        <p:spPr>
          <a:xfrm flipV="1">
            <a:off x="5160762" y="4261453"/>
            <a:ext cx="4951" cy="9561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96ADDB6C-EE04-8B39-E747-CD1E504B0FC6}"/>
              </a:ext>
            </a:extLst>
          </p:cNvPr>
          <p:cNvCxnSpPr>
            <a:cxnSpLocks/>
          </p:cNvCxnSpPr>
          <p:nvPr/>
        </p:nvCxnSpPr>
        <p:spPr>
          <a:xfrm flipV="1">
            <a:off x="4398876" y="3024846"/>
            <a:ext cx="0" cy="191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264F31A1-30A4-7297-F355-58DB8116EDE4}"/>
              </a:ext>
            </a:extLst>
          </p:cNvPr>
          <p:cNvCxnSpPr>
            <a:cxnSpLocks/>
          </p:cNvCxnSpPr>
          <p:nvPr/>
        </p:nvCxnSpPr>
        <p:spPr>
          <a:xfrm flipV="1">
            <a:off x="4324054" y="3099161"/>
            <a:ext cx="1" cy="2105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A3F0A665-BE1F-D869-43F6-E9C10B3CA131}"/>
              </a:ext>
            </a:extLst>
          </p:cNvPr>
          <p:cNvCxnSpPr>
            <a:cxnSpLocks/>
          </p:cNvCxnSpPr>
          <p:nvPr/>
        </p:nvCxnSpPr>
        <p:spPr>
          <a:xfrm>
            <a:off x="4308280" y="5204375"/>
            <a:ext cx="1530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ABDE1CC4-6DF7-8665-10AE-C7D1DE9DB780}"/>
              </a:ext>
            </a:extLst>
          </p:cNvPr>
          <p:cNvCxnSpPr>
            <a:cxnSpLocks/>
          </p:cNvCxnSpPr>
          <p:nvPr/>
        </p:nvCxnSpPr>
        <p:spPr>
          <a:xfrm flipV="1">
            <a:off x="3599234" y="3104463"/>
            <a:ext cx="724820" cy="6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39BD68DD-4B7D-79BE-ADA3-3CADD7228084}"/>
              </a:ext>
            </a:extLst>
          </p:cNvPr>
          <p:cNvCxnSpPr>
            <a:cxnSpLocks/>
          </p:cNvCxnSpPr>
          <p:nvPr/>
        </p:nvCxnSpPr>
        <p:spPr>
          <a:xfrm>
            <a:off x="3709481" y="3024846"/>
            <a:ext cx="689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8" name="Picture 1047" descr="All Trade Direct Standard Blade Fuse Holder">
            <a:extLst>
              <a:ext uri="{FF2B5EF4-FFF2-40B4-BE49-F238E27FC236}">
                <a16:creationId xmlns:a16="http://schemas.microsoft.com/office/drawing/2014/main" id="{B307D7BB-046F-F777-56E8-94E6DBBEB3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181" r="10472" b="26771"/>
          <a:stretch>
            <a:fillRect/>
          </a:stretch>
        </p:blipFill>
        <p:spPr>
          <a:xfrm>
            <a:off x="3862776" y="2626489"/>
            <a:ext cx="471906" cy="430099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AC6C2C05-8100-4044-D62B-5A980DD7CCBC}"/>
              </a:ext>
            </a:extLst>
          </p:cNvPr>
          <p:cNvSpPr txBox="1"/>
          <p:nvPr/>
        </p:nvSpPr>
        <p:spPr>
          <a:xfrm>
            <a:off x="7665431" y="4690947"/>
            <a:ext cx="40837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Cables</a:t>
            </a:r>
            <a:r>
              <a:rPr lang="en-GB" sz="1000" dirty="0"/>
              <a:t> </a:t>
            </a:r>
          </a:p>
          <a:p>
            <a:r>
              <a:rPr lang="en-GB" sz="1000" dirty="0"/>
              <a:t>Panel to MPPT: 4mm² Solar Cable (for UV resistance)</a:t>
            </a:r>
          </a:p>
          <a:p>
            <a:r>
              <a:rPr lang="en-US" sz="1000" dirty="0"/>
              <a:t>MPPT to Battery: 6mm² or 10mm² (to minimize voltage drop)</a:t>
            </a:r>
          </a:p>
          <a:p>
            <a:r>
              <a:rPr lang="en-US" sz="1000" dirty="0"/>
              <a:t>Battery to DC Jack: 1.5mm² or 2.5mm² (standard thin wall auto wire)</a:t>
            </a:r>
          </a:p>
          <a:p>
            <a:endParaRPr lang="en-US" sz="1000" dirty="0"/>
          </a:p>
          <a:p>
            <a:r>
              <a:rPr lang="en-US" sz="1000" b="1" dirty="0"/>
              <a:t>Fuse</a:t>
            </a:r>
          </a:p>
          <a:p>
            <a:r>
              <a:rPr lang="en-US" sz="1000" dirty="0"/>
              <a:t>5A or 10A to protect board in case of short / cows chewing cables</a:t>
            </a:r>
          </a:p>
          <a:p>
            <a:endParaRPr lang="en-US" sz="1000" dirty="0"/>
          </a:p>
          <a:p>
            <a:r>
              <a:rPr lang="en-US" sz="1000" dirty="0"/>
              <a:t>Ensure all negative wires meet at the battery post or a common bus bar. This prevents ground loops which can interfere with LoRa radio.</a:t>
            </a:r>
          </a:p>
        </p:txBody>
      </p:sp>
      <p:pic>
        <p:nvPicPr>
          <p:cNvPr id="1052" name="Picture 1051" descr="A close-up of a blue circuit board&#10;&#10;AI-generated content may be incorrect.">
            <a:extLst>
              <a:ext uri="{FF2B5EF4-FFF2-40B4-BE49-F238E27FC236}">
                <a16:creationId xmlns:a16="http://schemas.microsoft.com/office/drawing/2014/main" id="{C17F1D42-0BFD-68FC-1B45-BD70659049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266" y="1237488"/>
            <a:ext cx="2248912" cy="1207872"/>
          </a:xfrm>
          <a:prstGeom prst="rect">
            <a:avLst/>
          </a:prstGeom>
        </p:spPr>
      </p:pic>
      <p:pic>
        <p:nvPicPr>
          <p:cNvPr id="1055" name="Picture 1054" descr="A close-up of a metal pipe&#10;&#10;AI-generated content may be incorrect.">
            <a:extLst>
              <a:ext uri="{FF2B5EF4-FFF2-40B4-BE49-F238E27FC236}">
                <a16:creationId xmlns:a16="http://schemas.microsoft.com/office/drawing/2014/main" id="{DD0A3C1C-3D85-B361-A315-F89AC37C63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5884"/>
          <a:stretch>
            <a:fillRect/>
          </a:stretch>
        </p:blipFill>
        <p:spPr>
          <a:xfrm rot="5400000">
            <a:off x="4603647" y="324859"/>
            <a:ext cx="654050" cy="1848114"/>
          </a:xfrm>
          <a:prstGeom prst="rect">
            <a:avLst/>
          </a:prstGeom>
        </p:spPr>
      </p:pic>
      <p:pic>
        <p:nvPicPr>
          <p:cNvPr id="1056" name="Picture 1055" descr="Sma Cable SMA To UFL/u.FL/IPX/IPEX RF Adapter Sma Adapter Kit">
            <a:extLst>
              <a:ext uri="{FF2B5EF4-FFF2-40B4-BE49-F238E27FC236}">
                <a16:creationId xmlns:a16="http://schemas.microsoft.com/office/drawing/2014/main" id="{9C258BA3-9D3A-D328-C941-E862607777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2845036" y="1794986"/>
            <a:ext cx="617070" cy="617070"/>
          </a:xfrm>
          <a:prstGeom prst="rect">
            <a:avLst/>
          </a:prstGeom>
        </p:spPr>
      </p:pic>
      <p:pic>
        <p:nvPicPr>
          <p:cNvPr id="1058" name="Picture 1057" descr="A black cable with a black connector&#10;&#10;AI-generated content may be incorrect.">
            <a:extLst>
              <a:ext uri="{FF2B5EF4-FFF2-40B4-BE49-F238E27FC236}">
                <a16:creationId xmlns:a16="http://schemas.microsoft.com/office/drawing/2014/main" id="{AF902656-241E-1959-305F-9BF46C11B5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8404" y="1249313"/>
            <a:ext cx="863793" cy="568627"/>
          </a:xfrm>
          <a:prstGeom prst="rect">
            <a:avLst/>
          </a:prstGeom>
        </p:spPr>
      </p:pic>
      <p:pic>
        <p:nvPicPr>
          <p:cNvPr id="1059" name="Picture 1058" descr="AudioMoth | Open Acoustic Devices">
            <a:extLst>
              <a:ext uri="{FF2B5EF4-FFF2-40B4-BE49-F238E27FC236}">
                <a16:creationId xmlns:a16="http://schemas.microsoft.com/office/drawing/2014/main" id="{EE4F925F-73F6-C4A7-849B-012EBF5CD0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1516" y="5506555"/>
            <a:ext cx="1066800" cy="1181100"/>
          </a:xfrm>
          <a:prstGeom prst="rect">
            <a:avLst/>
          </a:prstGeom>
        </p:spPr>
      </p:pic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4F1E3B18-7F0C-1E25-C0F6-257DB0B6184D}"/>
              </a:ext>
            </a:extLst>
          </p:cNvPr>
          <p:cNvCxnSpPr>
            <a:cxnSpLocks/>
          </p:cNvCxnSpPr>
          <p:nvPr/>
        </p:nvCxnSpPr>
        <p:spPr>
          <a:xfrm flipH="1" flipV="1">
            <a:off x="2074152" y="4939426"/>
            <a:ext cx="3601" cy="68108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C0721 - Raspberry Pi Zero 2 W (With Headers)">
            <a:extLst>
              <a:ext uri="{FF2B5EF4-FFF2-40B4-BE49-F238E27FC236}">
                <a16:creationId xmlns:a16="http://schemas.microsoft.com/office/drawing/2014/main" id="{AC7A4D9F-F291-8253-C0E7-CA1ACE08E8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430" y="4201996"/>
            <a:ext cx="2110403" cy="1015631"/>
          </a:xfrm>
          <a:prstGeom prst="rect">
            <a:avLst/>
          </a:prstGeom>
        </p:spPr>
      </p:pic>
      <p:pic>
        <p:nvPicPr>
          <p:cNvPr id="5" name="Picture 4" descr="Witty Pi 4 Mini - Realtime Clock and Power Management for Raspberry Pi by UUGear - The Pi Hut">
            <a:extLst>
              <a:ext uri="{FF2B5EF4-FFF2-40B4-BE49-F238E27FC236}">
                <a16:creationId xmlns:a16="http://schemas.microsoft.com/office/drawing/2014/main" id="{9160E1D8-21FB-3FF4-4180-189A1B38115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369" b="22976"/>
          <a:stretch>
            <a:fillRect/>
          </a:stretch>
        </p:blipFill>
        <p:spPr>
          <a:xfrm>
            <a:off x="715997" y="2854095"/>
            <a:ext cx="2263046" cy="114632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5FEDDC-A3F8-6596-61B4-F57E31BB6518}"/>
              </a:ext>
            </a:extLst>
          </p:cNvPr>
          <p:cNvCxnSpPr>
            <a:cxnSpLocks/>
          </p:cNvCxnSpPr>
          <p:nvPr/>
        </p:nvCxnSpPr>
        <p:spPr>
          <a:xfrm flipV="1">
            <a:off x="3644630" y="3024846"/>
            <a:ext cx="64851" cy="2371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62353BC-AABD-9D08-332F-EC9B262AF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6958" y="1181176"/>
            <a:ext cx="2890625" cy="2890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4A1BE1-43AD-128B-6316-E35518A97AE5}"/>
              </a:ext>
            </a:extLst>
          </p:cNvPr>
          <p:cNvCxnSpPr>
            <a:cxnSpLocks/>
          </p:cNvCxnSpPr>
          <p:nvPr/>
        </p:nvCxnSpPr>
        <p:spPr>
          <a:xfrm>
            <a:off x="5165713" y="4261453"/>
            <a:ext cx="9986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273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83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Wilson</dc:creator>
  <cp:lastModifiedBy>Madina Diallo</cp:lastModifiedBy>
  <cp:revision>3</cp:revision>
  <cp:lastPrinted>2026-02-11T09:13:28Z</cp:lastPrinted>
  <dcterms:created xsi:type="dcterms:W3CDTF">2026-02-11T07:43:15Z</dcterms:created>
  <dcterms:modified xsi:type="dcterms:W3CDTF">2026-05-22T09:58:11Z</dcterms:modified>
</cp:coreProperties>
</file>